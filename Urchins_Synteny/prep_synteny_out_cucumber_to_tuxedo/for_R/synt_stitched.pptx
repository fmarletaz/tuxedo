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2"/>
    <p:restoredTop sz="94635"/>
  </p:normalViewPr>
  <p:slideViewPr>
    <p:cSldViewPr snapToGrid="0">
      <p:cViewPr>
        <p:scale>
          <a:sx n="295" d="100"/>
          <a:sy n="295" d="100"/>
        </p:scale>
        <p:origin x="1416" y="-3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57CF-2AB4-8DB0-B547-2F0BB17A7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36A8C-6D74-4EAF-1DED-D57E0B07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3B08C-07C6-79C6-01DF-F07AD2B6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32D9D-7B25-CBEB-A4F3-8D52673A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5B363-C45D-D6BE-F737-836A9E8A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0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DFA-2638-4E69-32D9-50DBE48A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16D4B-03C9-5B0E-B192-CC2DC2B0E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B1FEB-2053-66F6-C392-F6F60C68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C4BD-CCFA-BA98-260A-BF6894AC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E1A5-857D-D571-10A9-1A0BBEE6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5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6286-5EE6-A045-BE6B-86316B646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DEBDD-4C56-811B-5BCD-DBDC04AD8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9861F-45FD-3702-E991-0CC77C2E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1E35-9F9A-FE11-7B57-CEB71E01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25CE4-980D-388E-EB7D-5D383A61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2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B1D0-66E0-DBEF-ECD9-A769F8AC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8B590-B6CE-CC35-0B77-D0FE82CBC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B9E4A-9AD0-378A-2118-CA61FB24E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62587-356E-966C-C640-6D7CFCD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F6FBF-5D93-7CFE-6DD0-59419E8A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9DF56-7242-0586-3209-673BD935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4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1222-A0A5-1F1E-F18E-31666829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58572-BFAC-AC74-7DEB-405E4ED4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A4674-25D1-9355-968D-892695054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09A180-BE60-6FE7-78A0-7DFBC8761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0E731-2E4F-83F5-4EE5-8A14F5A20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15E36-5EFD-4735-BE0B-F580A729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44513-0434-3FA5-72F6-024A4305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107A8-928A-071E-BF5F-CA62F6EE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0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6A1C-6418-2937-108E-357FE662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5D68F-B19D-4469-E621-5B891C98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3736-A06B-EEA2-15B1-532603FA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E5DD1-84AC-052F-3BA4-2ABB5CB7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3058B-9312-9ADB-D646-7775B674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6A9F2-EA92-518C-1265-E8555B9F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AA997-B30D-20EB-6B08-A94011B2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4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BDB5-450E-3698-C1E2-74B6728D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5C99-B145-6152-86BD-3006A05B3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68A1C-2B1C-5496-C6CC-306AEC799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A2949-7780-E6F6-872F-5AFF2052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EF88B-9C16-2123-46A7-F3CB45B8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61E24-C286-B957-AD20-53CBB521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3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838B-C3C1-7488-9D1F-BF2BDCA8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B821D-3994-421B-1877-16FE5B402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623D0-C9DF-0219-31E0-06977413F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BC167-84DE-C0C4-F2A5-3E516F93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E332-2F4E-43A7-2F99-BC6C8AFC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40888-6B18-5097-2159-80FC71FF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9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8126-971B-B304-53B8-A416F681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6667F-5337-DD68-0FFC-86D4C720D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69A97-6928-6F7F-7115-90D797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6C23-8644-870F-7A34-0648D68B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A2168-AFFA-9ADC-5BC4-58E88916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2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C3503F-6724-4D75-59CF-E62EA52E8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1E930-C41F-EA8E-1231-006B927AD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6BD0B-9E0C-7641-C0A3-3AC1BF66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6FC6-1822-BFD7-A709-BE85ACF8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CAABC-39AE-D808-A7E5-0CF1FCEF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9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35CCF-FB10-CC9C-FDF8-0C79321F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1FC9-C3B3-505F-0521-CDE776B03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6BBB-2081-F8D6-529F-FC70ABB71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DB8D-6802-CA44-A61D-A1E2D8D5D8D6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3A95-227E-AE09-793B-B1430B701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8B1DB-DD89-C741-60EC-449BCB4EF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C8DC6-74F0-8D4E-805F-1BB6EDB7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5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0E63AEB-46B7-45FE-9A0F-F7C5AF4FA8A9}"/>
              </a:ext>
            </a:extLst>
          </p:cNvPr>
          <p:cNvGrpSpPr/>
          <p:nvPr/>
        </p:nvGrpSpPr>
        <p:grpSpPr>
          <a:xfrm>
            <a:off x="-1038170" y="-2959033"/>
            <a:ext cx="6092179" cy="10354024"/>
            <a:chOff x="3324287" y="-3871913"/>
            <a:chExt cx="6092179" cy="103540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CDCE43-D33A-99C3-1E3E-38AC77FA8D5B}"/>
                </a:ext>
              </a:extLst>
            </p:cNvPr>
            <p:cNvSpPr/>
            <p:nvPr/>
          </p:nvSpPr>
          <p:spPr>
            <a:xfrm>
              <a:off x="3324287" y="-3871913"/>
              <a:ext cx="6092179" cy="103540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1F3855-37FF-A46F-F68D-07D2AADC6001}"/>
                </a:ext>
              </a:extLst>
            </p:cNvPr>
            <p:cNvGrpSpPr/>
            <p:nvPr/>
          </p:nvGrpSpPr>
          <p:grpSpPr>
            <a:xfrm>
              <a:off x="3475664" y="-3581497"/>
              <a:ext cx="5424004" cy="9773191"/>
              <a:chOff x="3475664" y="-3581497"/>
              <a:chExt cx="5424004" cy="9773191"/>
            </a:xfrm>
          </p:grpSpPr>
          <p:pic>
            <p:nvPicPr>
              <p:cNvPr id="7" name="Picture 6" descr="A row of colorful threads&#10;&#10;AI-generated content may be incorrect.">
                <a:extLst>
                  <a:ext uri="{FF2B5EF4-FFF2-40B4-BE49-F238E27FC236}">
                    <a16:creationId xmlns:a16="http://schemas.microsoft.com/office/drawing/2014/main" id="{7F7EAAA2-0C79-DE00-4DF3-7B02C82D7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1318" t="24242" r="24406" b="60539"/>
              <a:stretch>
                <a:fillRect/>
              </a:stretch>
            </p:blipFill>
            <p:spPr>
              <a:xfrm>
                <a:off x="3600445" y="-260933"/>
                <a:ext cx="4496950" cy="1957531"/>
              </a:xfrm>
              <a:prstGeom prst="rect">
                <a:avLst/>
              </a:prstGeom>
            </p:spPr>
          </p:pic>
          <p:pic>
            <p:nvPicPr>
              <p:cNvPr id="11" name="Picture 10" descr="A row of colorful ribbons&#10;&#10;AI-generated content may be incorrect.">
                <a:extLst>
                  <a:ext uri="{FF2B5EF4-FFF2-40B4-BE49-F238E27FC236}">
                    <a16:creationId xmlns:a16="http://schemas.microsoft.com/office/drawing/2014/main" id="{5FBB8A85-C6A1-64E2-8340-61CF08CEE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1826" t="24023" r="16877" b="61347"/>
              <a:stretch>
                <a:fillRect/>
              </a:stretch>
            </p:blipFill>
            <p:spPr>
              <a:xfrm>
                <a:off x="3616709" y="1238070"/>
                <a:ext cx="5282959" cy="1957531"/>
              </a:xfrm>
              <a:prstGeom prst="rect">
                <a:avLst/>
              </a:prstGeom>
            </p:spPr>
          </p:pic>
          <p:pic>
            <p:nvPicPr>
              <p:cNvPr id="9" name="Picture 8" descr="A close-up of a colorful curtain&#10;&#10;AI-generated content may be incorrect.">
                <a:extLst>
                  <a:ext uri="{FF2B5EF4-FFF2-40B4-BE49-F238E27FC236}">
                    <a16:creationId xmlns:a16="http://schemas.microsoft.com/office/drawing/2014/main" id="{8B3BE299-34D6-02A7-CDD0-B88E060F2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2332" t="24298" r="20303" b="61212"/>
              <a:stretch>
                <a:fillRect/>
              </a:stretch>
            </p:blipFill>
            <p:spPr>
              <a:xfrm>
                <a:off x="3661076" y="2859968"/>
                <a:ext cx="4944333" cy="1938967"/>
              </a:xfrm>
              <a:prstGeom prst="rect">
                <a:avLst/>
              </a:prstGeom>
            </p:spPr>
          </p:pic>
          <p:pic>
            <p:nvPicPr>
              <p:cNvPr id="16" name="Picture 15" descr="A colorful strips of paint&#10;&#10;AI-generated content may be incorrect.">
                <a:extLst>
                  <a:ext uri="{FF2B5EF4-FFF2-40B4-BE49-F238E27FC236}">
                    <a16:creationId xmlns:a16="http://schemas.microsoft.com/office/drawing/2014/main" id="{9BE229A5-26D1-CACA-FE76-D4DB221BB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884" t="24346" r="18908" b="61181"/>
              <a:stretch>
                <a:fillRect/>
              </a:stretch>
            </p:blipFill>
            <p:spPr>
              <a:xfrm>
                <a:off x="3707390" y="4426967"/>
                <a:ext cx="5020907" cy="1764727"/>
              </a:xfrm>
              <a:prstGeom prst="rect">
                <a:avLst/>
              </a:prstGeom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8E71E1F-DFC2-34D5-3A36-B19449F5C065}"/>
                  </a:ext>
                </a:extLst>
              </p:cNvPr>
              <p:cNvGrpSpPr/>
              <p:nvPr/>
            </p:nvGrpSpPr>
            <p:grpSpPr>
              <a:xfrm>
                <a:off x="3475664" y="-3581497"/>
                <a:ext cx="5390168" cy="3320564"/>
                <a:chOff x="232605" y="-145860"/>
                <a:chExt cx="2961861" cy="1783493"/>
              </a:xfrm>
            </p:grpSpPr>
            <p:pic>
              <p:nvPicPr>
                <p:cNvPr id="3" name="Picture 2" descr="A colorful strips of paint&#10;&#10;AI-generated content may be incorrect.">
                  <a:extLst>
                    <a:ext uri="{FF2B5EF4-FFF2-40B4-BE49-F238E27FC236}">
                      <a16:creationId xmlns:a16="http://schemas.microsoft.com/office/drawing/2014/main" id="{AFFD6B45-4B00-BC65-B2BA-0C615E05E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0434" t="21579" r="18522" b="59870"/>
                <a:stretch>
                  <a:fillRect/>
                </a:stretch>
              </p:blipFill>
              <p:spPr>
                <a:xfrm>
                  <a:off x="232605" y="-145860"/>
                  <a:ext cx="2961861" cy="1272210"/>
                </a:xfrm>
                <a:prstGeom prst="rect">
                  <a:avLst/>
                </a:prstGeom>
              </p:spPr>
            </p:pic>
            <p:pic>
              <p:nvPicPr>
                <p:cNvPr id="6" name="Picture 5" descr="A colorful lines of different colors&#10;&#10;AI-generated content may be incorrect.">
                  <a:extLst>
                    <a:ext uri="{FF2B5EF4-FFF2-40B4-BE49-F238E27FC236}">
                      <a16:creationId xmlns:a16="http://schemas.microsoft.com/office/drawing/2014/main" id="{4AD5070B-3D3B-1726-5215-896E881A3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2072" t="24308" r="21800" b="64081"/>
                <a:stretch>
                  <a:fillRect/>
                </a:stretch>
              </p:blipFill>
              <p:spPr>
                <a:xfrm>
                  <a:off x="313057" y="841374"/>
                  <a:ext cx="2723322" cy="796259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F5CFAD4-7BFD-27C8-8DC9-0349BCDCAE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18" r="25745"/>
          <a:stretch>
            <a:fillRect/>
          </a:stretch>
        </p:blipFill>
        <p:spPr>
          <a:xfrm rot="11070708" flipH="1">
            <a:off x="3672534" y="659167"/>
            <a:ext cx="241122" cy="146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7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Matar</dc:creator>
  <cp:lastModifiedBy>Omar Matar</cp:lastModifiedBy>
  <cp:revision>2</cp:revision>
  <dcterms:created xsi:type="dcterms:W3CDTF">2025-05-22T11:43:18Z</dcterms:created>
  <dcterms:modified xsi:type="dcterms:W3CDTF">2025-06-23T15:41:55Z</dcterms:modified>
</cp:coreProperties>
</file>